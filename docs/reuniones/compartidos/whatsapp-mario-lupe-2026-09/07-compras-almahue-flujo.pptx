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6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de alto nivel. Las alertas de factura se resuelven modificando la OC (que vuelve a pasar por aprobación) o rechazando la factura.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MODELO CONCEPTUAL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de Proveedores y Compras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flujo funcionales para revisión del equipo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1.2 · asientos por definir · septiembre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5120640"/>
            <a:ext cx="9875520" cy="0"/>
          </a:xfrm>
          <a:prstGeom prst="line">
            <a:avLst/>
          </a:prstGeom>
          <a:noFill/>
          <a:ln w="25400">
            <a:solidFill>
              <a:srgbClr val="5E8A7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41832" y="4965192"/>
            <a:ext cx="310896" cy="310896"/>
          </a:xfrm>
          <a:prstGeom prst="ellipse">
            <a:avLst/>
          </a:prstGeom>
          <a:solidFill>
            <a:srgbClr val="1F4D3A"/>
          </a:solidFill>
          <a:ln w="254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0712" y="4965192"/>
            <a:ext cx="310896" cy="310896"/>
          </a:xfrm>
          <a:prstGeom prst="ellipse">
            <a:avLst/>
          </a:prstGeom>
          <a:solidFill>
            <a:srgbClr val="1F4D3A"/>
          </a:solidFill>
          <a:ln w="254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46888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compra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79592" y="4965192"/>
            <a:ext cx="310896" cy="310896"/>
          </a:xfrm>
          <a:prstGeom prst="ellipse">
            <a:avLst/>
          </a:prstGeom>
          <a:solidFill>
            <a:srgbClr val="1F4D3A"/>
          </a:solidFill>
          <a:ln w="254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93776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48472" y="4965192"/>
            <a:ext cx="310896" cy="310896"/>
          </a:xfrm>
          <a:prstGeom prst="ellipse">
            <a:avLst/>
          </a:prstGeom>
          <a:solidFill>
            <a:srgbClr val="1F4D3A"/>
          </a:solidFill>
          <a:ln w="254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740664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817352" y="4965192"/>
            <a:ext cx="310896" cy="310896"/>
          </a:xfrm>
          <a:prstGeom prst="ellipse">
            <a:avLst/>
          </a:prstGeom>
          <a:solidFill>
            <a:srgbClr val="9FD1B4"/>
          </a:solidFill>
          <a:ln w="254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87552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general del proceso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etapas desde el alta del proveedor hasta el pago. Cada OC queda trazada en la base de datos auxiliar.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3C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457200" cy="45720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49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administrado por admin o jefe de contabilidad.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pago de la lista o digitados en la OC.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24328" y="288036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834640" y="16002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3C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035808" y="1828800"/>
            <a:ext cx="457200" cy="45720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3035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de compra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Tipo Compra: insumos, servicios o activo fijo.</a:t>
            </a:r>
            <a:endParaRPr lang="en-US" sz="120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según monto (X, Y, Z).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910328" y="288036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120640" y="16002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3C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321808" y="1828800"/>
            <a:ext cx="457200" cy="45720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5321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guía o con factura.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crea OC hija </a:t>
            </a:r>
            <a:r>
              <a:rPr lang="en-US" sz="1200" dirty="0">
                <a:solidFill>
                  <a:srgbClr val="1C272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(solo insumos).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4" name="Shape 22"/>
          <p:cNvSpPr/>
          <p:nvPr/>
        </p:nvSpPr>
        <p:spPr>
          <a:xfrm rot="5400000">
            <a:off x="7196328" y="288036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406640" y="16002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3C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7607808" y="1828800"/>
            <a:ext cx="457200" cy="45720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7607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07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reconoce por N° de guía o de factura.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monto y cantidad.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482328" y="288036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692640" y="16002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3C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9893808" y="1828800"/>
            <a:ext cx="457200" cy="45720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9893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93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8298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NETO + línea IVA pendientes de pago.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registra el pago.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0" y="4983480"/>
            <a:ext cx="5212080" cy="8686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4526280" y="4983480"/>
            <a:ext cx="49377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alerta en recepción o factura: </a:t>
            </a:r>
            <a:r>
              <a:rPr lang="en-US" sz="12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creador modifica la OC (vuelve a aprobación) o rechaza la factura (reclamo en Gosocket; la OC conserva su saldo).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12480" y="4343400"/>
            <a:ext cx="0" cy="640080"/>
          </a:xfrm>
          <a:prstGeom prst="line">
            <a:avLst/>
          </a:prstGeom>
          <a:noFill/>
          <a:ln w="19050">
            <a:solidFill>
              <a:srgbClr val="B0502A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3840480" y="5417820"/>
            <a:ext cx="548640" cy="0"/>
          </a:xfrm>
          <a:prstGeom prst="line">
            <a:avLst/>
          </a:prstGeom>
          <a:noFill/>
          <a:ln w="19050">
            <a:solidFill>
              <a:srgbClr val="B0502A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 flipV="1">
            <a:off x="3840480" y="4343400"/>
            <a:ext cx="0" cy="1074420"/>
          </a:xfrm>
          <a:prstGeom prst="line">
            <a:avLst/>
          </a:prstGeom>
          <a:noFill/>
          <a:ln w="19050">
            <a:solidFill>
              <a:srgbClr val="B0502A"/>
            </a:solidFill>
            <a:prstDash val="dash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 txBox="1"/>
          <p:nvPr/>
        </p:nvSpPr>
        <p:spPr>
          <a:xfrm>
            <a:off x="3913632" y="4617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de proveedores y días de pago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maestro lo administra solo el admin o el jefe de contabilidad. En la OC, el usuario puede digitar otro plazo.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· ADMIN O JEFE DE CONTABILIDAD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38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COMPRA · USUARIO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" y="1728216"/>
            <a:ext cx="1600200" cy="749808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80060" y="175564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 jefe de contabilidad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08860" y="166878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2354580" y="1696212"/>
            <a:ext cx="150876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 edita proveedor: RUT, contacto, cuenta, moneda y días de la lista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668780"/>
            <a:ext cx="14630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4456786" y="1790395"/>
            <a:ext cx="1053389" cy="625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¿Datos completos y RUT único?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7900" y="1728216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103620" y="175564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activo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83380" y="2743200"/>
            <a:ext cx="1600200" cy="6400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229100" y="2770632"/>
            <a:ext cx="1508760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datos o rechazar duplicado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32420" y="2688336"/>
            <a:ext cx="1600200" cy="749808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7978140" y="271576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2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días de pago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" y="3648456"/>
            <a:ext cx="16002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480060" y="367588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crea OC y elige proveedor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08860" y="3648456"/>
            <a:ext cx="16002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2354580" y="367588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Precarga condiciones del proveedor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128016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4522622" y="3727094"/>
            <a:ext cx="921715" cy="5925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¿Días de pago?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57900" y="3648456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6103620" y="3675888"/>
            <a:ext cx="150876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plazo de la lista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7900" y="457200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6103620" y="4599432"/>
            <a:ext cx="1508760" cy="7680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otro número: se usa en esta OC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32420" y="4526280"/>
            <a:ext cx="160020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8156448" y="4654296"/>
            <a:ext cx="1152144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revisa: ¿se agrega a la lista?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34540" y="210312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3909060" y="2103120"/>
            <a:ext cx="3429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5715000" y="2103120"/>
            <a:ext cx="3429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5694426" y="198424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2537460"/>
            <a:ext cx="0" cy="20574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4791456" y="252145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V="1">
            <a:off x="8732520" y="1618488"/>
            <a:ext cx="0" cy="1069848"/>
          </a:xfrm>
          <a:prstGeom prst="line">
            <a:avLst/>
          </a:prstGeom>
          <a:noFill/>
          <a:ln w="19050">
            <a:solidFill>
              <a:srgbClr val="7D8C84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 flipH="1">
            <a:off x="3108960" y="1618488"/>
            <a:ext cx="5623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3108960" y="1618488"/>
            <a:ext cx="0" cy="50292"/>
          </a:xfrm>
          <a:prstGeom prst="line">
            <a:avLst/>
          </a:prstGeom>
          <a:noFill/>
          <a:ln w="19050">
            <a:solidFill>
              <a:srgbClr val="7D8C84"/>
            </a:solidFill>
            <a:prstDash val="dash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2034540" y="40233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3909060" y="4023360"/>
            <a:ext cx="43434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5623560" y="4023360"/>
            <a:ext cx="43434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 txBox="1"/>
          <p:nvPr/>
        </p:nvSpPr>
        <p:spPr>
          <a:xfrm>
            <a:off x="5605272" y="3904488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4434840"/>
            <a:ext cx="0" cy="54864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5"/>
          <p:cNvSpPr/>
          <p:nvPr/>
        </p:nvSpPr>
        <p:spPr>
          <a:xfrm>
            <a:off x="4983480" y="4983480"/>
            <a:ext cx="10744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 txBox="1"/>
          <p:nvPr/>
        </p:nvSpPr>
        <p:spPr>
          <a:xfrm>
            <a:off x="4713732" y="4590288"/>
            <a:ext cx="53949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58100" y="498348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dash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 flipV="1">
            <a:off x="8732520" y="3438144"/>
            <a:ext cx="0" cy="108813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 txBox="1"/>
          <p:nvPr/>
        </p:nvSpPr>
        <p:spPr>
          <a:xfrm>
            <a:off x="8540496" y="3863340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557784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 txBox="1"/>
          <p:nvPr/>
        </p:nvSpPr>
        <p:spPr>
          <a:xfrm>
            <a:off x="731520" y="55961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digitado: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número de días; se usa de inmediato.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por defecto: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CLP, día 10 del mes siguiente.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extranjero: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exenta de IVA.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compra, aprobación y modificaciones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OC declara su tipo de compra. El mismo circuito aplica a una OC nueva y a cualquier modificación.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" y="145389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65176" y="148132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modificación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" y="2286000"/>
            <a:ext cx="1298448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65176" y="2313432"/>
            <a:ext cx="1207008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OC:  Se </a:t>
            </a:r>
            <a:r>
              <a:rPr lang="en-US" sz="1050" dirty="0" err="1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</a:t>
            </a: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050" dirty="0" err="1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compra y días de pago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00784" y="2322576"/>
            <a:ext cx="1298448" cy="658368"/>
          </a:xfrm>
          <a:prstGeom prst="roundRect">
            <a:avLst>
              <a:gd name="adj" fmla="val 16667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1746504" y="235000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pendiente de aprobación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2286000"/>
            <a:ext cx="1298448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227832" y="2313432"/>
            <a:ext cx="1207008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a CLP; TC del día si es USD o YUAN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2263140"/>
            <a:ext cx="137160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818888" y="2371954"/>
            <a:ext cx="987552" cy="5596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¿Monto vs límites del usuario?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45389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190488" y="148132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automática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32257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190488" y="235000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directa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44768" y="319125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190488" y="321868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directa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26096" y="319125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7671816" y="321868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área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405993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6190488" y="408736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directa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26096" y="405993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7671816" y="408736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área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07424" y="405993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9153144" y="408736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general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62288" y="2286000"/>
            <a:ext cx="118872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9328709" y="2388413"/>
            <a:ext cx="855878" cy="52669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¿Aprobada?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88752" y="1453896"/>
            <a:ext cx="1298448" cy="658368"/>
          </a:xfrm>
          <a:prstGeom prst="roundRect">
            <a:avLst>
              <a:gd name="adj" fmla="val 16667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10634472" y="148132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aprobada, recepción pendiente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588752" y="3191256"/>
            <a:ext cx="1298448" cy="658368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10634472" y="321868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con motivo, notificado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26096" y="4928616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7671816" y="4956048"/>
            <a:ext cx="120700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 o jefatura directa corrige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517904" y="178308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2350008" y="1783080"/>
            <a:ext cx="0" cy="53949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1517904" y="2651760"/>
            <a:ext cx="1828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2999232" y="2651760"/>
            <a:ext cx="1828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4480560" y="2651760"/>
            <a:ext cx="1463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 flipV="1">
            <a:off x="5312664" y="1783080"/>
            <a:ext cx="0" cy="4800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5312664" y="178308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 txBox="1"/>
          <p:nvPr/>
        </p:nvSpPr>
        <p:spPr>
          <a:xfrm>
            <a:off x="5411876" y="166420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98464" y="2651760"/>
            <a:ext cx="1463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 txBox="1"/>
          <p:nvPr/>
        </p:nvSpPr>
        <p:spPr>
          <a:xfrm>
            <a:off x="5836158" y="2532888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 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12664" y="3040380"/>
            <a:ext cx="0" cy="4800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>
            <a:off x="5312664" y="352044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 txBox="1"/>
          <p:nvPr/>
        </p:nvSpPr>
        <p:spPr>
          <a:xfrm>
            <a:off x="5368442" y="3401568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 Z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12664" y="3040380"/>
            <a:ext cx="0" cy="134874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5312664" y="438912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 txBox="1"/>
          <p:nvPr/>
        </p:nvSpPr>
        <p:spPr>
          <a:xfrm>
            <a:off x="5411876" y="427024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Z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443216" y="3520440"/>
            <a:ext cx="1828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6" name="Shape 54"/>
          <p:cNvSpPr/>
          <p:nvPr/>
        </p:nvSpPr>
        <p:spPr>
          <a:xfrm>
            <a:off x="7443216" y="4389120"/>
            <a:ext cx="1828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5"/>
          <p:cNvSpPr/>
          <p:nvPr/>
        </p:nvSpPr>
        <p:spPr>
          <a:xfrm>
            <a:off x="8924544" y="4389120"/>
            <a:ext cx="1828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7443216" y="2651760"/>
            <a:ext cx="171907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9" name="Shape 57"/>
          <p:cNvSpPr/>
          <p:nvPr/>
        </p:nvSpPr>
        <p:spPr>
          <a:xfrm>
            <a:off x="8924544" y="352044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 flipV="1">
            <a:off x="9756648" y="3017520"/>
            <a:ext cx="0" cy="5029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1" name="Shape 59"/>
          <p:cNvSpPr/>
          <p:nvPr/>
        </p:nvSpPr>
        <p:spPr>
          <a:xfrm flipV="1">
            <a:off x="9756648" y="3017520"/>
            <a:ext cx="0" cy="104241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2" name="Shape 60"/>
          <p:cNvSpPr/>
          <p:nvPr/>
        </p:nvSpPr>
        <p:spPr>
          <a:xfrm>
            <a:off x="7443216" y="1783080"/>
            <a:ext cx="314553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 flipV="1">
            <a:off x="9756648" y="1783080"/>
            <a:ext cx="0" cy="5029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2"/>
          <p:cNvSpPr/>
          <p:nvPr/>
        </p:nvSpPr>
        <p:spPr>
          <a:xfrm>
            <a:off x="9756648" y="1783080"/>
            <a:ext cx="832104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 txBox="1"/>
          <p:nvPr/>
        </p:nvSpPr>
        <p:spPr>
          <a:xfrm>
            <a:off x="9793224" y="1890522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0351008" y="2651760"/>
            <a:ext cx="886968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Shape 65"/>
          <p:cNvSpPr/>
          <p:nvPr/>
        </p:nvSpPr>
        <p:spPr>
          <a:xfrm>
            <a:off x="11237976" y="2651760"/>
            <a:ext cx="0" cy="53949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66"/>
          <p:cNvSpPr txBox="1"/>
          <p:nvPr/>
        </p:nvSpPr>
        <p:spPr>
          <a:xfrm>
            <a:off x="10602468" y="253288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1237976" y="3849624"/>
            <a:ext cx="0" cy="140817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8"/>
          <p:cNvSpPr/>
          <p:nvPr/>
        </p:nvSpPr>
        <p:spPr>
          <a:xfrm flipH="1">
            <a:off x="8924544" y="5257800"/>
            <a:ext cx="231343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1" name="Shape 69"/>
          <p:cNvSpPr/>
          <p:nvPr/>
        </p:nvSpPr>
        <p:spPr>
          <a:xfrm flipH="1">
            <a:off x="2350008" y="5257800"/>
            <a:ext cx="5276088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Shape 70"/>
          <p:cNvSpPr/>
          <p:nvPr/>
        </p:nvSpPr>
        <p:spPr>
          <a:xfrm flipV="1">
            <a:off x="2350008" y="2980944"/>
            <a:ext cx="0" cy="227685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3" name="Shape 71"/>
          <p:cNvSpPr/>
          <p:nvPr/>
        </p:nvSpPr>
        <p:spPr>
          <a:xfrm>
            <a:off x="548640" y="57150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Text 72"/>
          <p:cNvSpPr txBox="1"/>
          <p:nvPr/>
        </p:nvSpPr>
        <p:spPr>
          <a:xfrm>
            <a:off x="731520" y="57332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X, Y y Z: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usuario, en el módulo de cadenas.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rechazo corta la cadena.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 modificar: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creador y su jefatura </a:t>
            </a:r>
            <a:r>
              <a:rPr lang="en-US" sz="1150" dirty="0" err="1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150" b="1" dirty="0" err="1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b="1" dirty="0" err="1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INSUMO, SERVICIOS, ACTIVO FIJO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Recepción: guía o factura y OC hijas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recepción se compara con el saldo de la OC. Toda alerta impide guardar el paso.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8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146304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aprobada, recepción pendiente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441448"/>
            <a:ext cx="1554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377440" y="2468880"/>
            <a:ext cx="146304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creador registra la recepción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382012"/>
            <a:ext cx="14630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411066" y="2503627"/>
            <a:ext cx="1053389" cy="625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¿Recepción vs saldo de la OC?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394460"/>
            <a:ext cx="1554480" cy="8686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035040" y="1421892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alerta, no se guarda; pedir modificación de 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392424"/>
            <a:ext cx="128016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305702" y="3507638"/>
            <a:ext cx="921715" cy="5925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¿Tipo de compra?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4455871"/>
            <a:ext cx="1554480" cy="8686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035040" y="4483303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 activo fijo: solo recepción completa; no se guarda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3369564"/>
            <a:ext cx="155448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7863840" y="3396996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hija automática, autorizada; rebaja saldo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2382012"/>
            <a:ext cx="14630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8068666" y="2503627"/>
            <a:ext cx="1053389" cy="625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¿Documento de recepción?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46920" y="139446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9692640" y="1421892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registra N° de guía; queda Factura pendiente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3369564"/>
            <a:ext cx="1554480" cy="8686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9692640" y="3396996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Factura: registra N° de factura; pasa a validación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2816352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3886200" y="2816352"/>
            <a:ext cx="32004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 flipV="1">
            <a:off x="4937760" y="1828800"/>
            <a:ext cx="0" cy="553212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937760" y="1828800"/>
            <a:ext cx="1051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4702302" y="2014195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3250692"/>
            <a:ext cx="0" cy="553212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937760" y="3803904"/>
            <a:ext cx="11887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4702302" y="3380765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2816352"/>
            <a:ext cx="2194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6092190" y="2697480"/>
            <a:ext cx="47091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4215384"/>
            <a:ext cx="0" cy="240487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7406640" y="3803904"/>
            <a:ext cx="4114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7308342" y="3685032"/>
            <a:ext cx="6080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flipV="1">
            <a:off x="8595360" y="3250692"/>
            <a:ext cx="0" cy="118872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9326880" y="2816352"/>
            <a:ext cx="10972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 flipV="1">
            <a:off x="10424160" y="2263140"/>
            <a:ext cx="0" cy="553212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9948672" y="242087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326880" y="2816352"/>
            <a:ext cx="10972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10424160" y="2816352"/>
            <a:ext cx="0" cy="553212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 txBox="1"/>
          <p:nvPr/>
        </p:nvSpPr>
        <p:spPr>
          <a:xfrm>
            <a:off x="731520" y="55595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hijas: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insumos.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factura: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el paso de facturas por recibir.   </a:t>
            </a:r>
            <a:r>
              <a:rPr lang="en-US" sz="11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 de recepción: </a:t>
            </a:r>
            <a:r>
              <a:rPr lang="en-US" sz="11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tipo de compra, pendiente de definir.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Llegada y asociación de la factura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 referencia la OC madre; el sistema la reconoce por N° de guía o de factura.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5544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48640" y="2679192"/>
            <a:ext cx="1463040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factura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628900"/>
            <a:ext cx="118872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681021" y="2737714"/>
            <a:ext cx="855878" cy="5596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¿Origen?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3380" y="2560320"/>
            <a:ext cx="150876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394606" y="2688336"/>
            <a:ext cx="1086307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¿Referencia a la OC madre?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3657600"/>
            <a:ext cx="1554480" cy="73152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4206240" y="3685032"/>
            <a:ext cx="1463040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2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asigna la 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4663440"/>
            <a:ext cx="15544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206240" y="4690872"/>
            <a:ext cx="1463040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manual: usuario indica OC, monto y TC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66460" y="2537460"/>
            <a:ext cx="1600200" cy="9601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190488" y="2671877"/>
            <a:ext cx="1152144" cy="6912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¿Recepción confirmada y pendiente de factura?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1645920"/>
            <a:ext cx="15544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035040" y="1673352"/>
            <a:ext cx="1463040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en espera de recepción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5260" y="2537460"/>
            <a:ext cx="1600200" cy="9601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8019288" y="2671877"/>
            <a:ext cx="1152144" cy="6912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¿N° de guía o de factura coincide con la recepción?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3991356"/>
            <a:ext cx="1554480" cy="8686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7863840" y="4018788"/>
            <a:ext cx="146304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2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pendiente: Contabilidad asigna las OC hijas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26517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9692640" y="2679192"/>
            <a:ext cx="1463040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asociada: pasa a validaciones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3017520"/>
            <a:ext cx="4572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3703320" y="3017520"/>
            <a:ext cx="4800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3581019" y="2898648"/>
            <a:ext cx="67665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Gosocket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3474720"/>
            <a:ext cx="0" cy="18288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4745736" y="344728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92140" y="301752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5637276" y="289864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3406140"/>
            <a:ext cx="0" cy="16230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3108960" y="5029200"/>
            <a:ext cx="1051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839212" y="4098798"/>
            <a:ext cx="53949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4023360"/>
            <a:ext cx="1051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 flipV="1">
            <a:off x="6766560" y="3497580"/>
            <a:ext cx="0" cy="52578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5715000" y="5029200"/>
            <a:ext cx="1051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 flipV="1">
            <a:off x="6766560" y="3497580"/>
            <a:ext cx="0" cy="15316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 flipV="1">
            <a:off x="6766560" y="2377440"/>
            <a:ext cx="0" cy="1600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 txBox="1"/>
          <p:nvPr/>
        </p:nvSpPr>
        <p:spPr>
          <a:xfrm>
            <a:off x="6574536" y="233857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66660" y="3017520"/>
            <a:ext cx="2286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 txBox="1"/>
          <p:nvPr/>
        </p:nvSpPr>
        <p:spPr>
          <a:xfrm>
            <a:off x="7488936" y="289864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395460" y="3017520"/>
            <a:ext cx="2514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 txBox="1"/>
          <p:nvPr/>
        </p:nvSpPr>
        <p:spPr>
          <a:xfrm>
            <a:off x="9329166" y="289864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595360" y="3497580"/>
            <a:ext cx="0" cy="49377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 txBox="1"/>
          <p:nvPr/>
        </p:nvSpPr>
        <p:spPr>
          <a:xfrm>
            <a:off x="8403336" y="3625596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372600" y="4425696"/>
            <a:ext cx="105156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 flipV="1">
            <a:off x="10424160" y="3383280"/>
            <a:ext cx="0" cy="104241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9"/>
          <p:cNvSpPr/>
          <p:nvPr/>
        </p:nvSpPr>
        <p:spPr>
          <a:xfrm>
            <a:off x="548640" y="548640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 txBox="1"/>
          <p:nvPr/>
        </p:nvSpPr>
        <p:spPr>
          <a:xfrm>
            <a:off x="731520" y="5532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factura puede cubrir varias OC hijas</a:t>
            </a: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no una OC hija en partes.     </a:t>
            </a:r>
            <a:r>
              <a:rPr lang="en-US" sz="120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reconocimiento automático</a:t>
            </a: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factura espera la asignación de Contabilidad.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6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8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de la factura y alertas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alerta, la factura no se asocia y queda pendiente hasta que el usuario creador decida.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60220"/>
            <a:ext cx="16459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57200" y="1787652"/>
            <a:ext cx="1554480" cy="7223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asociada a sus recepciones u OC hijas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1740" y="1623060"/>
            <a:ext cx="1691640" cy="10515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728570" y="1770278"/>
            <a:ext cx="1217981" cy="7571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¿Cubre completas las OC hijas asociadas?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4860" y="1623060"/>
            <a:ext cx="1691640" cy="10515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831690" y="1770278"/>
            <a:ext cx="1217981" cy="7571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¿Monto y cantidad coinciden?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176022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766560" y="1787652"/>
            <a:ext cx="1554480" cy="7223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validada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3131820"/>
            <a:ext cx="1645920" cy="77724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611880" y="3159252"/>
            <a:ext cx="1554480" cy="7223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no se asocia, queda pendiente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4366260"/>
            <a:ext cx="1737360" cy="10515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3763670" y="4513478"/>
            <a:ext cx="1250899" cy="7571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decide el usuario creador?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" y="4503420"/>
            <a:ext cx="16459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77824" y="4530852"/>
            <a:ext cx="1554480" cy="7223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la OC: vuelve a aprobación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0216" y="4457700"/>
            <a:ext cx="1645920" cy="8686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345936" y="4485132"/>
            <a:ext cx="1554480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Rechazar: reclamo en Gosocket; la OC conserva su saldo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2148840"/>
            <a:ext cx="43434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183380" y="2148840"/>
            <a:ext cx="41148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4197096" y="202996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86500" y="2148840"/>
            <a:ext cx="43434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6311646" y="202996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2674620"/>
            <a:ext cx="0" cy="8458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3337560" y="3520440"/>
            <a:ext cx="2286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3145536" y="2936367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2674620"/>
            <a:ext cx="0" cy="8458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 flipH="1">
            <a:off x="5212080" y="3520440"/>
            <a:ext cx="22860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5248656" y="2936367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3909060"/>
            <a:ext cx="0" cy="45720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 flipH="1">
            <a:off x="2478024" y="4892040"/>
            <a:ext cx="104241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5257800" y="4892040"/>
            <a:ext cx="104241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9098280" y="1463040"/>
            <a:ext cx="2560320" cy="4663440"/>
          </a:xfrm>
          <a:prstGeom prst="roundRect">
            <a:avLst>
              <a:gd name="adj" fmla="val 2857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932688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CRÍTICOS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2011680"/>
            <a:ext cx="219456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 facturar una OC hija en partes.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no se valida el tipo de cambio.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en CLP, USD y YUAN no cambia.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contable y paso a </a:t>
            </a:r>
            <a:r>
              <a:rPr lang="en-US" sz="2800" b="1" dirty="0" err="1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</a:t>
            </a: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1C2721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( PENDIENTE)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OC hija ya existe desde la recepción: la factura solo se asocia, se registra y genera las líneas por pagar.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48640" y="1810512"/>
            <a:ext cx="1463040" cy="7680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validada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783080"/>
            <a:ext cx="15544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377440" y="1810512"/>
            <a:ext cx="1463040" cy="7680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CLP, USD y YUAN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737360"/>
            <a:ext cx="1554480" cy="91440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206240" y="1764792"/>
            <a:ext cx="1463040" cy="8595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2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 de factura según tipo de compra: por definir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5544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035040" y="1764792"/>
            <a:ext cx="1463040" cy="8595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pago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NETO: factura + días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IVA: día 10 mes sig.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17373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7863840" y="1764792"/>
            <a:ext cx="1463040" cy="8595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pago: línea NETO + línea 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1783080"/>
            <a:ext cx="1554480" cy="82296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9692640" y="1810512"/>
            <a:ext cx="1463040" cy="7680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registra el pago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46920" y="3328416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9692640" y="3355848"/>
            <a:ext cx="1463040" cy="7680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21945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3886200" y="21945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5715000" y="21945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543800" y="21945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372600" y="2194560"/>
            <a:ext cx="274320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10424160" y="2606040"/>
            <a:ext cx="0" cy="722376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7589520" cy="2103120"/>
          </a:xfrm>
          <a:prstGeom prst="roundRect">
            <a:avLst>
              <a:gd name="adj" fmla="val 3478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777240" y="4114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CRÍTICOS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7223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NETO y una línea IVA por cada OC u OC hija facturada.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con factura: no pasa por facturas por recibir.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exenta de IVA: solo línea NETO.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una OC con saldo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saldo restante no se recibirá, la OC madre se ajusta a lo recibido y se cierra.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" y="3177540"/>
            <a:ext cx="148132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30936" y="3204972"/>
            <a:ext cx="1389888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madre con saldo que no se recibirá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22576" y="3177540"/>
            <a:ext cx="148132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368296" y="3204972"/>
            <a:ext cx="1389888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solicita ajustar la OC a lo recibido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59936" y="3177540"/>
            <a:ext cx="148132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105656" y="3204972"/>
            <a:ext cx="1389888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según el nuevo monto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29300" y="3108960"/>
            <a:ext cx="1417320" cy="10058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027725" y="3249778"/>
            <a:ext cx="1020470" cy="7242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¿Recibido = monto de la OC?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34656" y="194310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7580376" y="1970532"/>
            <a:ext cx="1389888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cerrada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34656" y="4411980"/>
            <a:ext cx="148132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580376" y="4439412"/>
            <a:ext cx="1389888" cy="8138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sigue abierta con saldo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66544" y="3611880"/>
            <a:ext cx="25603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803904" y="3611880"/>
            <a:ext cx="25603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5541264" y="3611880"/>
            <a:ext cx="28803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 flipV="1">
            <a:off x="6537960" y="2377440"/>
            <a:ext cx="0" cy="7315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537960" y="2377440"/>
            <a:ext cx="99669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6345936" y="262432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37960" y="4114800"/>
            <a:ext cx="0" cy="73152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537960" y="4846320"/>
            <a:ext cx="996696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6345936" y="4361688"/>
            <a:ext cx="38404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0" y="146304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9372600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CRÍTICOS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011680"/>
            <a:ext cx="214884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modificación puede ser positiva o negativa.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por la cadena que corresponda al nuevo monto.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cierra cuando lo recibido en sus OC hijas iguala el monto modificado.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en CLP, USD y YUAN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al llegar la factura. NETO e IVA tienen el mismo tratamiento. La factura nacional siempre llega en CLP.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6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Moneda de la 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del día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del día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6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de la OC · TC generado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del día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del día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6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YUAN de la OC · TC generado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 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y TC ingresados por el usuario; la tercera moneda con TC del día de la factura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2EFE7"/>
          </a:solidFill>
          <a:ln w="12700">
            <a:solidFill>
              <a:srgbClr val="E2EF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generado = CLP de la factura / monto de la OC (u OC hija) en su moneda.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los USD o YUAN registrados sean exactamente los de la OC. Conviene guardarlo junto al registro para trazabilidad.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 la OC en la base auxiliar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OC recorre cinco estados; Tesorería es el único que marca una línea como pagada.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 pendiente de aprobación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 la OC o una modificación.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2624328" y="269748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834640" y="173736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30175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 aprobada, recepción pendiente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la recepción con guía o con factura.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910328" y="269748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53035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 pendiente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con guía registrada. Aquí quedan facturas por asignar o con alerta.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96328" y="269748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75895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de pago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validada: línea NETO + línea IVA.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482328" y="2697480"/>
            <a:ext cx="146304" cy="182880"/>
          </a:xfrm>
          <a:prstGeom prst="triangl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2D6A4C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98755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Pagada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registrado por Tesorería.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3538728" cy="1325880"/>
          </a:xfrm>
          <a:prstGeom prst="rect">
            <a:avLst/>
          </a:prstGeom>
          <a:solidFill>
            <a:srgbClr val="FBE8E0"/>
          </a:solidFill>
          <a:ln w="12700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731520" y="448056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84632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1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no se guarda: el registro sigue en su estado pendiente.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25112" y="4343400"/>
            <a:ext cx="3538728" cy="1325880"/>
          </a:xfrm>
          <a:prstGeom prst="rect">
            <a:avLst/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4507992" y="448056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con factura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07992" y="484632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de Estado 2 a Pendiente de pago al validarse la factura.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01584" y="4343400"/>
            <a:ext cx="3538728" cy="1325880"/>
          </a:xfrm>
          <a:prstGeom prst="rect">
            <a:avLst/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8284464" y="448056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parcial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484632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insumos: se crea una OC hija autorizada; la OC madre conserva el saldo.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de la base de datos auxiliar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por OC (u OC hija), separado en NETO e IVA.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73659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completa 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de los cinco estados del proceso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cambio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creación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en que se crea la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Insumos, servicios o activo fijo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 madre o hija (100, 100.1…)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/ recepción 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de recepción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de guía o N° de 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documento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la 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documento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Folio de la 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pago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NETO: factura + días · IVA: día 10 mes siguiente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el maestro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de la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 o 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Moneda de pago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condición de la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CLP / USD / YUAN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reglas de monedas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clave para desarrollo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debe garantizar, más allá del flujo.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777240" y="1810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078992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compra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Insumos, servicios o activo fijo: define los asientos y habilita OC hijas solo en insumos.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1396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539996" y="1810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841748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sin guardado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9996" y="2240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alerta impide guardar el paso; el registro queda en estado pendiente.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4152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302752" y="1810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8604504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Reconocimiento por guía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240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 se asocia por N° de guía o de factura; si no calza, asigna Contabilidad.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77240" y="4096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1078992" y="4023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 de la OC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la OC menos lo recibido en sus OC hijas. Una recepción mayor genera alerta.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1396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539996" y="4096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4841748" y="4023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de edición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39996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creador y su jefatura directa editan la OC o piden modificarla.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74152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12700">
            <a:solidFill>
              <a:srgbClr val="F2F6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302752" y="4096512"/>
            <a:ext cx="182880" cy="182880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604504" y="4023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de pago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OC: de la lista o digitados; el admin decide si el plazo entra a la lista.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2D6A4C"/>
          </a:solidFill>
          <a:ln w="12700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otros módulos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recibe datos de tres fuentes y alimenta a Contabilidad y Tesorería.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Almahue · Compras v1.2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47488" y="288036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047488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69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de proveedores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2194560" cy="73152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aprobación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194560" cy="73152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del día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0" y="1463040"/>
            <a:ext cx="2011680" cy="73152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32688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Gosocket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26880" y="3017520"/>
            <a:ext cx="2011680" cy="73152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932688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2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47488" y="502920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5047488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auxiliar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26880" y="5029200"/>
            <a:ext cx="2011680" cy="73152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9326880" y="5029200"/>
            <a:ext cx="2011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1828800"/>
            <a:ext cx="2121408" cy="12801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3280410" y="2212848"/>
            <a:ext cx="14859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pago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383280"/>
            <a:ext cx="2121408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3243834" y="3264408"/>
            <a:ext cx="14859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por usuario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2926080" y="3657600"/>
            <a:ext cx="2121408" cy="12801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3108960" y="4315968"/>
            <a:ext cx="1828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aprobación y registro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7150608" y="1737360"/>
            <a:ext cx="2176272" cy="128016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7898130" y="2121408"/>
            <a:ext cx="6629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V="1">
            <a:off x="7150608" y="1965960"/>
            <a:ext cx="2176272" cy="123444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7623810" y="2670048"/>
            <a:ext cx="6629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50608" y="3246120"/>
            <a:ext cx="217627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7212330" y="2990088"/>
            <a:ext cx="14859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factura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7150608" y="3520440"/>
            <a:ext cx="217627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7315200" y="35844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OC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3886200"/>
            <a:ext cx="0" cy="114300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224778" y="4453128"/>
            <a:ext cx="9372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50608" y="5303520"/>
            <a:ext cx="217627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7280910" y="5047488"/>
            <a:ext cx="13487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pago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7150608" y="5532120"/>
            <a:ext cx="2176272" cy="0"/>
          </a:xfrm>
          <a:prstGeom prst="line">
            <a:avLst/>
          </a:prstGeom>
          <a:noFill/>
          <a:ln w="19050">
            <a:solidFill>
              <a:srgbClr val="7D8C8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 txBox="1"/>
          <p:nvPr/>
        </p:nvSpPr>
        <p:spPr>
          <a:xfrm>
            <a:off x="7726680" y="559612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6473952"/>
            <a:ext cx="182880" cy="182880"/>
          </a:xfrm>
          <a:prstGeom prst="rect">
            <a:avLst/>
          </a:prstGeom>
          <a:solidFill>
            <a:srgbClr val="E2EFE7"/>
          </a:solidFill>
          <a:ln w="15875">
            <a:solidFill>
              <a:srgbClr val="2D6A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 txBox="1"/>
          <p:nvPr/>
        </p:nvSpPr>
        <p:spPr>
          <a:xfrm>
            <a:off x="795528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BD auxiliar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21331" y="6473952"/>
            <a:ext cx="182880" cy="182880"/>
          </a:xfrm>
          <a:prstGeom prst="rect">
            <a:avLst/>
          </a:prstGeom>
          <a:solidFill>
            <a:srgbClr val="FBE8E0"/>
          </a:solidFill>
          <a:ln w="15875">
            <a:solidFill>
              <a:srgbClr val="B050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 txBox="1"/>
          <p:nvPr/>
        </p:nvSpPr>
        <p:spPr>
          <a:xfrm>
            <a:off x="2668219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 rechazo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983126" y="6473952"/>
            <a:ext cx="182880" cy="182880"/>
          </a:xfrm>
          <a:prstGeom prst="rect">
            <a:avLst/>
          </a:prstGeom>
          <a:solidFill>
            <a:srgbClr val="F3ECD9"/>
          </a:solidFill>
          <a:ln w="15875">
            <a:solidFill>
              <a:srgbClr val="8A6B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 txBox="1"/>
          <p:nvPr/>
        </p:nvSpPr>
        <p:spPr>
          <a:xfrm>
            <a:off x="4230014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contable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44922" y="6473952"/>
            <a:ext cx="182880" cy="182880"/>
          </a:xfrm>
          <a:prstGeom prst="rect">
            <a:avLst/>
          </a:prstGeom>
          <a:solidFill>
            <a:srgbClr val="E5EBF4"/>
          </a:solidFill>
          <a:ln w="15875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 txBox="1"/>
          <p:nvPr/>
        </p:nvSpPr>
        <p:spPr>
          <a:xfrm>
            <a:off x="5791810" y="6419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otro módulo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9FD1B4"/>
          </a:solidFill>
          <a:ln w="127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con el equipo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reglas, estados y responsables de cada paso.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9FD1B4"/>
          </a:solidFill>
          <a:ln w="127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Asientos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asientos por tipo de compra y por documento de recepción.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640080" cy="640080"/>
          </a:xfrm>
          <a:prstGeom prst="ellipse">
            <a:avLst/>
          </a:prstGeom>
          <a:solidFill>
            <a:srgbClr val="9FD1B4"/>
          </a:solidFill>
          <a:ln w="12700">
            <a:solidFill>
              <a:srgbClr val="9FD1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80467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módulo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(pago de lo pendiente) o Insumos (recepción de inventario).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2059</Words>
  <Application>Microsoft Office PowerPoint</Application>
  <PresentationFormat>Panorámica</PresentationFormat>
  <Paragraphs>384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Maestro de Proveedores y Compras – ERP Almahue</dc:title>
  <dc:subject>PptxGenJS Presentation</dc:subject>
  <dc:creator>PptxGenJS</dc:creator>
  <cp:lastModifiedBy>Mario Andres Ubillo Labrin</cp:lastModifiedBy>
  <cp:revision>2</cp:revision>
  <dcterms:created xsi:type="dcterms:W3CDTF">2026-09-28T20:42:33Z</dcterms:created>
  <dcterms:modified xsi:type="dcterms:W3CDTF">2026-09-28T20:52:26Z</dcterms:modified>
</cp:coreProperties>
</file>